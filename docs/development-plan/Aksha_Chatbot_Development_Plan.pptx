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20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300" kern="0" dirty="0">
                <a:solidFill>
                  <a:srgbClr val="E0A1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AKSHA SUPPORT CHATBOT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713232" y="2395728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Plan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agents the backend already supports first — a phased build order sequenced by tooling readiness, not feature importance.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598932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8FA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FA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CHATBOT_SYSTEM_ARCHITECTURE.md  ·  SUPPORT_CHATBOT_AGENT_CATALOG.md
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8FA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FA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Chatbot_Abhishek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GUIDING PRINCIPLE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 by backend readiness, not by feature wish-list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in the catalog already carries a backend-change label: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429000" cy="1463040"/>
          </a:xfrm>
          <a:prstGeom prst="roundRect">
            <a:avLst>
              <a:gd name="adj" fmla="val 5625"/>
            </a:avLst>
          </a:prstGeom>
          <a:solidFill>
            <a:srgbClr val="E4F1E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0487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E6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816352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APIs cover it completely — build the agent now.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06240" y="2240280"/>
            <a:ext cx="3429000" cy="1463040"/>
          </a:xfrm>
          <a:prstGeom prst="roundRect">
            <a:avLst>
              <a:gd name="adj" fmla="val 5625"/>
            </a:avLst>
          </a:prstGeom>
          <a:solidFill>
            <a:srgbClr val="FBF0DC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240487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9260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ORANGE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80560" y="2816352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response or adapter change unlocks it.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863840" y="2240280"/>
            <a:ext cx="3429000" cy="1463040"/>
          </a:xfrm>
          <a:prstGeom prst="roundRect">
            <a:avLst>
              <a:gd name="adj" fmla="val 5625"/>
            </a:avLst>
          </a:prstGeom>
          <a:solidFill>
            <a:srgbClr val="FBE7E7"/>
          </a:solidFill>
          <a:ln/>
        </p:spPr>
      </p:sp>
      <p:sp>
        <p:nvSpPr>
          <p:cNvPr id="12" name="Text 10"/>
          <p:cNvSpPr/>
          <p:nvPr/>
        </p:nvSpPr>
        <p:spPr>
          <a:xfrm>
            <a:off x="8138160" y="240487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9C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38160" y="2816352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new write paths, approvals, or audit infrastructure.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11064240" cy="2103120"/>
          </a:xfrm>
          <a:prstGeom prst="roundRect">
            <a:avLst>
              <a:gd name="adj" fmla="val 3478"/>
            </a:avLst>
          </a:prstGeom>
          <a:solidFill>
            <a:srgbClr val="F2F4F7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29768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in that order means agent work is never blocked waiting on a backend team, 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nothing that can mutate surveillance state ships before the approval and audit rails exist. 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ships value in weeks using only what's already deployed; Phases 2–3 are staged behind the specific backend work each agent needs.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Aksha Support Chatbot  ·  Development Plan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0" y="6446520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ROADMAP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phases, three of them gated by backend work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97480" cy="3383280"/>
          </a:xfrm>
          <a:prstGeom prst="roundRect">
            <a:avLst>
              <a:gd name="adj" fmla="val 2712"/>
            </a:avLst>
          </a:prstGeom>
          <a:solidFill>
            <a:srgbClr val="F2F4F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488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487168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77240" y="3154680"/>
            <a:ext cx="2240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Router, state graph, JWT trust boundary, typed tool registry, tests.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108960" y="3200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472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83280" y="1920240"/>
            <a:ext cx="2697480" cy="3383280"/>
          </a:xfrm>
          <a:prstGeom prst="roundRect">
            <a:avLst>
              <a:gd name="adj" fmla="val 2712"/>
            </a:avLst>
          </a:prstGeom>
          <a:solidFill>
            <a:srgbClr val="E4F1E9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21488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E6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11880" y="2487168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 agents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611880" y="3154680"/>
            <a:ext cx="2240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read-only agents on APIs that exist today. Ship first.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0" y="3200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472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17920" y="1920240"/>
            <a:ext cx="2697480" cy="3383280"/>
          </a:xfrm>
          <a:prstGeom prst="roundRect">
            <a:avLst>
              <a:gd name="adj" fmla="val 2712"/>
            </a:avLst>
          </a:prstGeom>
          <a:solidFill>
            <a:srgbClr val="FBF0DC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21488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9260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6520" y="2487168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Orange agents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446520" y="3154680"/>
            <a:ext cx="2240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one at a time as each small adapter merges.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778240" y="3200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472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052560" y="1920240"/>
            <a:ext cx="2697480" cy="3383280"/>
          </a:xfrm>
          <a:prstGeom prst="roundRect">
            <a:avLst>
              <a:gd name="adj" fmla="val 2712"/>
            </a:avLst>
          </a:prstGeom>
          <a:solidFill>
            <a:srgbClr val="FBE7E7"/>
          </a:solidFill>
          <a:ln/>
        </p:spPr>
      </p:sp>
      <p:sp>
        <p:nvSpPr>
          <p:cNvPr id="20" name="Text 18"/>
          <p:cNvSpPr/>
          <p:nvPr/>
        </p:nvSpPr>
        <p:spPr>
          <a:xfrm>
            <a:off x="9281160" y="21488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9C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281160" y="2487168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agents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281160" y="3154680"/>
            <a:ext cx="2240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Parked until approval + audit infrastructure is proven.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Aksha Support Chatbot  ·  Development Plan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30000" y="6446520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0 · BLOCKING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foundation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503920" y="777240"/>
            <a:ext cx="3108960" cy="329184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77724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AGENTS SHIP WITHOUT THIS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5661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929384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service scaffold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2350008"/>
            <a:ext cx="31638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aksha-chatbot-api service — FastAPI + LangGraph, independent from the Node backend.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5661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8848" y="1929384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checkpointing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98848" y="2350008"/>
            <a:ext cx="31638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ChatbotState schema plus chat_threads / chat_turns / chat_checkpoints in MongoDB.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1783080"/>
            <a:ext cx="35661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7888" y="1929384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&amp; formatter shells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47888" y="2350008"/>
            <a:ext cx="31638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routing output — the model never returns a free-form agent name.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35661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712464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tool registry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808" y="4133088"/>
            <a:ext cx="31638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Pydantic-validated tool schemas; allowlisted tool names and destination hosts.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297680" y="3566160"/>
            <a:ext cx="35661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98848" y="3712464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trust boundary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98848" y="4133088"/>
            <a:ext cx="31638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the existing Aksha-jwt HS256 secret via jose — no second identity system.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46720" y="3566160"/>
            <a:ext cx="35661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47888" y="3712464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&amp; tracing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47888" y="4133088"/>
            <a:ext cx="31638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responses, correlation IDs, OpenTelemetry spans per router/worker/tool call.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Aksha Support Chatbot  ·  Development Plan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430000" y="6446520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 · SHIP FIRST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 agents — zero backend change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241280" y="77724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E4F1E9"/>
          </a:solidFill>
          <a:ln/>
        </p:spPr>
      </p:sp>
      <p:sp>
        <p:nvSpPr>
          <p:cNvPr id="5" name="Text 3"/>
          <p:cNvSpPr/>
          <p:nvPr/>
        </p:nvSpPr>
        <p:spPr>
          <a:xfrm>
            <a:off x="10241280" y="77724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E6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READ-ONLY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615184" cy="1417320"/>
          </a:xfrm>
          <a:prstGeom prst="roundRect">
            <a:avLst>
              <a:gd name="adj" fmla="val 4516"/>
            </a:avLst>
          </a:prstGeom>
          <a:solidFill>
            <a:srgbClr val="E4F1E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9384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&amp; Product Guide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6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Indexed docs / UserManual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00984" y="1783080"/>
            <a:ext cx="2615184" cy="1417320"/>
          </a:xfrm>
          <a:prstGeom prst="roundRect">
            <a:avLst>
              <a:gd name="adj" fmla="val 4516"/>
            </a:avLst>
          </a:prstGeom>
          <a:solidFill>
            <a:srgbClr val="E4F1E9"/>
          </a:solidFill>
          <a:ln/>
        </p:spPr>
      </p:sp>
      <p:sp>
        <p:nvSpPr>
          <p:cNvPr id="10" name="Text 8"/>
          <p:cNvSpPr/>
          <p:nvPr/>
        </p:nvSpPr>
        <p:spPr>
          <a:xfrm>
            <a:off x="3483864" y="1929384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Investigation (basic)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83864" y="2697480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6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/api/alert · /api/myAlert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53328" y="1783080"/>
            <a:ext cx="2615184" cy="1417320"/>
          </a:xfrm>
          <a:prstGeom prst="roundRect">
            <a:avLst>
              <a:gd name="adj" fmla="val 4516"/>
            </a:avLst>
          </a:prstGeom>
          <a:solidFill>
            <a:srgbClr val="E4F1E9"/>
          </a:solidFill>
          <a:ln/>
        </p:spPr>
      </p:sp>
      <p:sp>
        <p:nvSpPr>
          <p:cNvPr id="13" name="Text 11"/>
          <p:cNvSpPr/>
          <p:nvPr/>
        </p:nvSpPr>
        <p:spPr>
          <a:xfrm>
            <a:off x="6236208" y="1929384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Operations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36208" y="2697480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6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/api/camera · /api/camgroup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805672" y="1783080"/>
            <a:ext cx="2615184" cy="1417320"/>
          </a:xfrm>
          <a:prstGeom prst="roundRect">
            <a:avLst>
              <a:gd name="adj" fmla="val 4516"/>
            </a:avLst>
          </a:prstGeom>
          <a:solidFill>
            <a:srgbClr val="E4F1E9"/>
          </a:solidFill>
          <a:ln/>
        </p:spPr>
      </p:sp>
      <p:sp>
        <p:nvSpPr>
          <p:cNvPr id="16" name="Text 14"/>
          <p:cNvSpPr/>
          <p:nvPr/>
        </p:nvSpPr>
        <p:spPr>
          <a:xfrm>
            <a:off x="8988552" y="1929384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Monitoring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988552" y="2697480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6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/api/active · Socket.IO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337560"/>
            <a:ext cx="2615184" cy="1417320"/>
          </a:xfrm>
          <a:prstGeom prst="roundRect">
            <a:avLst>
              <a:gd name="adj" fmla="val 4516"/>
            </a:avLst>
          </a:prstGeom>
          <a:solidFill>
            <a:srgbClr val="E4F1E9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483864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Analytics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1520" y="4251960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6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/api/insight · /api/insightReport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00984" y="3337560"/>
            <a:ext cx="2615184" cy="1417320"/>
          </a:xfrm>
          <a:prstGeom prst="roundRect">
            <a:avLst>
              <a:gd name="adj" fmla="val 4516"/>
            </a:avLst>
          </a:prstGeom>
          <a:solidFill>
            <a:srgbClr val="E4F1E9"/>
          </a:solidFill>
          <a:ln/>
        </p:spPr>
      </p:sp>
      <p:sp>
        <p:nvSpPr>
          <p:cNvPr id="22" name="Text 20"/>
          <p:cNvSpPr/>
          <p:nvPr/>
        </p:nvSpPr>
        <p:spPr>
          <a:xfrm>
            <a:off x="3483864" y="3483864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(read)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483864" y="4251960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6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/api/notification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53328" y="3337560"/>
            <a:ext cx="2615184" cy="1417320"/>
          </a:xfrm>
          <a:prstGeom prst="roundRect">
            <a:avLst>
              <a:gd name="adj" fmla="val 4516"/>
            </a:avLst>
          </a:prstGeom>
          <a:solidFill>
            <a:srgbClr val="E4F1E9"/>
          </a:solidFill>
          <a:ln/>
        </p:spPr>
      </p:sp>
      <p:sp>
        <p:nvSpPr>
          <p:cNvPr id="25" name="Text 23"/>
          <p:cNvSpPr/>
          <p:nvPr/>
        </p:nvSpPr>
        <p:spPr>
          <a:xfrm>
            <a:off x="6236208" y="3483864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236208" y="4251960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6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chatbot layer only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Aksha Support Chatbot  ·  Development Plan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430000" y="6446520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 · FRONTEND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Reuse ChatPopover instead of building a chat UI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2F4F7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Already exists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45059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ChatPopover.tsx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4572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Dialog shell with message list
</a:t>
            </a:r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/ assistant bubble styling
</a:t>
            </a:r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Text input + send-on-submit
</a:t>
            </a:r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Chat history state management
</a:t>
            </a:r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Existing “download chat” action
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06440" y="3429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B5651D"/>
                </a:solidFill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4922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1E3D3"/>
          </a:solidFill>
          <a:ln/>
        </p:spPr>
      </p:sp>
      <p:sp>
        <p:nvSpPr>
          <p:cNvPr id="10" name="Text 8"/>
          <p:cNvSpPr/>
          <p:nvPr/>
        </p:nvSpPr>
        <p:spPr>
          <a:xfrm>
            <a:off x="6812280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build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12280" y="245059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chatbot widget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812280" y="3063240"/>
            <a:ext cx="4572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Generalize the popover beyond investigation-only
</a:t>
            </a:r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Wire to new /api/chatbot/threads and /messages
</a:t>
            </a:r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source-citation rendering in message bubbles
</a:t>
            </a:r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streaming (SSE) token-by-token rendering
</a:t>
            </a:r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Surface clarification prompts as a distinct message type
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Aksha Support Chatbot  ·  Development Plan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30000" y="6446520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 · SHIP AS EACH ADAPTER LANDS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Orange agents — minor backend change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38160" y="777240"/>
            <a:ext cx="3474720" cy="329184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/>
        </p:spPr>
      </p:sp>
      <p:sp>
        <p:nvSpPr>
          <p:cNvPr id="5" name="Text 3"/>
          <p:cNvSpPr/>
          <p:nvPr/>
        </p:nvSpPr>
        <p:spPr>
          <a:xfrm>
            <a:off x="8138160" y="77724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9260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SMALL, SELF-CONTAINED CHANGES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480560"/>
        </p:xfrm>
        <a:graphic>
          <a:graphicData uri="http://schemas.openxmlformats.org/drawingml/2006/table">
            <a:tbl>
              <a:tblPr/>
              <a:tblGrid>
                <a:gridCol w="3200400"/>
                <a:gridCol w="7863840"/>
              </a:tblGrid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B647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Agent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B647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Backend change needed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Summary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Expose summary status + timestamp from a new per-alert/camera/day summary module.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&amp; Anomaly Analysis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 image-analysis response with confidence, risk indicators, evidence references.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 Troubleshooting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 last-seen time, FPS, RTSP/service health from camera config.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Report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Standardize KPI field names, units, reporting period, calculation timestamp.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 &amp; Sequence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sortable schema for event, evidence, processing, notification timestamps.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Explanation
</a:t>
                      </a:r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B565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absorbs the source docs' "Code Explainer" concept — operational codes only, not source code</a:t>
                      </a:r>
                      <a:endParaRPr lang="en-US" sz="1200" dirty="0"/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error-code catalog exists today — services return raw HTTP status + free-text messages. Define a small named vocabulary for camera/RTSP/pipeline errors, then expose it.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Health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Authenticated health/dependency/resource endpoint with an observation timestamp.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&amp; Detection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Read-only endpoint for active model version, supported classes, confidence thresholds.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101600" marB="1016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44652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Aksha Support Chatbot  ·  Development Plan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430000" y="6446520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3 · DEFERRED BY DESIGN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agents — parked until write infrastructure exists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058400" y="82296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BE7E7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0" y="8229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9C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MUTATES STATE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38328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2880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Retrieval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2112264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needs media search API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69080" y="1783080"/>
            <a:ext cx="338328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182880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Investigation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206240" y="2112264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needs cross-camera correlation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478024"/>
            <a:ext cx="338328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52374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&amp; Feedback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5800" y="2807208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writes review state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069080" y="2478024"/>
            <a:ext cx="338328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252374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Configuration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206240" y="2807208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writes config, needs approval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172968"/>
            <a:ext cx="338328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21868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Control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85800" y="350215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start/pause/restart, needs approval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069080" y="3172968"/>
            <a:ext cx="338328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0" y="321868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Configuration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206240" y="350215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writes recipients/rules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867912"/>
            <a:ext cx="338328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91363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Access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85800" y="4197096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role/permission writes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069080" y="3867912"/>
            <a:ext cx="338328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0" y="391363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Export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206240" y="4197096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jobs + masking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4562856"/>
            <a:ext cx="338328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60857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Audit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85800" y="4892040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needs immutable audit store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069080" y="4562856"/>
            <a:ext cx="338328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0" y="460857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&amp; Human Support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206240" y="4892040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needs ticketing integration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452360" y="1783080"/>
            <a:ext cx="4160520" cy="4206240"/>
          </a:xfrm>
          <a:prstGeom prst="roundRect">
            <a:avLst>
              <a:gd name="adj" fmla="val 1758"/>
            </a:avLst>
          </a:prstGeom>
          <a:solidFill>
            <a:srgbClr val="FBE7E7"/>
          </a:solidFill>
          <a:ln/>
        </p:spPr>
      </p:sp>
      <p:sp>
        <p:nvSpPr>
          <p:cNvPr id="37" name="Text 35"/>
          <p:cNvSpPr/>
          <p:nvPr/>
        </p:nvSpPr>
        <p:spPr>
          <a:xfrm>
            <a:off x="7726680" y="20116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C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MUST EXIST FIRST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726680" y="2423160"/>
            <a:ext cx="36576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Approval-gate node with short-lived, argument-bound tokens
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keys on every write tool
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chat_approvals and chat_audit_events collections
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permission scopes enforced server-side
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unauthorized-action prevention on the security eval set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548640" y="644652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Aksha Support Chatbot  ·  Development Plan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430000" y="6446520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CROSS-CUTTING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the codebase audit surfaced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7556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B56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25880" y="1792224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scope is too thin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325880" y="2212848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siteId + a single role string — no tenant_id, roles array, or camera scope.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1645920"/>
            <a:ext cx="54406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91072" y="17556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B56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903720" y="1792224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Decoded JWT is never checked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903720" y="2212848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req.user is set but no route filters data by role or site.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54406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2186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B56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325880" y="3255264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tokens likely fail verification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325880" y="3675888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with issuer 'mobile-app', verified against hardcoded 'algosign'.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0" y="3108960"/>
            <a:ext cx="54406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32186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B56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903720" y="3255264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credentials committed to the repo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903720" y="3675888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client_secrets.json, credentials.json, plaintext RTSP creds, default Mongo root creds.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54406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4681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B56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325880" y="4718304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Insight/KPI data isn't in MongoDB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325880" y="5138928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JSON on disk or Azure Blob — needs dedicated file/blob adapters.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26480" y="4572000"/>
            <a:ext cx="54406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91072" y="4681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B56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903720" y="4718304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error-code catalog exists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903720" y="5138928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service returns raw HTTP status + free-text messages — Error Explanation needs a new taxonomy, not just exposure.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Aksha Support Chatbot  ·  Development Plan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430000" y="6446520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565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RELEASE GATES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"done" means per phase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97480" cy="3474720"/>
          </a:xfrm>
          <a:prstGeom prst="roundRect">
            <a:avLst>
              <a:gd name="adj" fmla="val 2712"/>
            </a:avLst>
          </a:prstGeom>
          <a:solidFill>
            <a:srgbClr val="F2F4F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488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578608"/>
            <a:ext cx="22402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Schema, permission, and checkpoint tests pass; JWT issuer bug fixed and scope-resolution verified.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383280" y="1920240"/>
            <a:ext cx="2697480" cy="3474720"/>
          </a:xfrm>
          <a:prstGeom prst="roundRect">
            <a:avLst>
              <a:gd name="adj" fmla="val 2712"/>
            </a:avLst>
          </a:prstGeom>
          <a:solidFill>
            <a:srgbClr val="E4F1E9"/>
          </a:solidFill>
          <a:ln/>
        </p:spPr>
      </p:sp>
      <p:sp>
        <p:nvSpPr>
          <p:cNvPr id="8" name="Text 6"/>
          <p:cNvSpPr/>
          <p:nvPr/>
        </p:nvSpPr>
        <p:spPr>
          <a:xfrm>
            <a:off x="3611880" y="21488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E6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11880" y="2578608"/>
            <a:ext cx="22402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agents live; tool-call validity ≥ 99% on the regression set; citation presence 100%.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2697480" cy="3474720"/>
          </a:xfrm>
          <a:prstGeom prst="roundRect">
            <a:avLst>
              <a:gd name="adj" fmla="val 2712"/>
            </a:avLst>
          </a:prstGeom>
          <a:solidFill>
            <a:srgbClr val="FBF0DC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1488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9260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2578608"/>
            <a:ext cx="22402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adapter covered by contract tests before its agent activates; no regression in Phase 1.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052560" y="1920240"/>
            <a:ext cx="2697480" cy="3474720"/>
          </a:xfrm>
          <a:prstGeom prst="roundRect">
            <a:avLst>
              <a:gd name="adj" fmla="val 2712"/>
            </a:avLst>
          </a:prstGeom>
          <a:solidFill>
            <a:srgbClr val="FBE7E7"/>
          </a:solidFill>
          <a:ln/>
        </p:spPr>
      </p:sp>
      <p:sp>
        <p:nvSpPr>
          <p:cNvPr id="14" name="Text 12"/>
          <p:cNvSpPr/>
          <p:nvPr/>
        </p:nvSpPr>
        <p:spPr>
          <a:xfrm>
            <a:off x="9281160" y="21488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9C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281160" y="2578608"/>
            <a:ext cx="22402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unauthorized-action prevention on the security set; approval + audit tested in staging.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Aksha Support Chatbot  ·  Development Plan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0" y="6446520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3172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0A1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STEP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13232" y="274320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Phase 0 and Phase 1 in parallel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731520" y="3886200"/>
            <a:ext cx="8778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work (router, state, JWT fixes) and the seven green agents share no blocking dependency once the tool registry contract is fixed — they can be staffed as two concurrent workstreams.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Aksha Support Chatbot  ·  Development Plan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430000" y="6446520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A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2026-08-24T05:01:16Z</dcterms:created>
  <dcterms:modified xsi:type="dcterms:W3CDTF">2026-08-24T05:01:16Z</dcterms:modified>
</cp:coreProperties>
</file>